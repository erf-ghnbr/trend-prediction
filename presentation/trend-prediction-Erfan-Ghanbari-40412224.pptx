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7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6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7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6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1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3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1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1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40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269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05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92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8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52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7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2CE2B13-693F-400C-822F-846C26B590D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D33231-59CD-4758-8598-83B2F000F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0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3D84-5DED-B7BF-8726-BC6849099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ارائه دهنده: عرفان قنبری</a:t>
            </a:r>
            <a:br>
              <a:rPr lang="fa-IR" dirty="0"/>
            </a:br>
            <a:r>
              <a:rPr lang="fa-IR" dirty="0"/>
              <a:t>استاد درس: دکتر غیاثی راد</a:t>
            </a:r>
            <a:br>
              <a:rPr lang="fa-IR" dirty="0"/>
            </a:br>
            <a:r>
              <a:rPr lang="fa-IR" dirty="0"/>
              <a:t>40412224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CB941-F6BF-622F-7BFC-17C291355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Trend prediction</a:t>
            </a:r>
          </a:p>
        </p:txBody>
      </p:sp>
    </p:spTree>
    <p:extLst>
      <p:ext uri="{BB962C8B-B14F-4D97-AF65-F5344CB8AC3E}">
        <p14:creationId xmlns:p14="http://schemas.microsoft.com/office/powerpoint/2010/main" val="206749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4C1583-A46C-31BD-0AAF-92610F450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239626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9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29CB6-7A4E-A365-5C9F-A20CE1A28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3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A5144-6426-D1E5-CF25-3E321F4DF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1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21CB-6CBA-CEE6-A6A5-14F51246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9BAFF-F655-CE04-9B5F-8BC20FA1E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6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7094-B08C-5B71-2659-9A3A5EDB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594FB-370E-3740-B425-9DA544635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74EE-7373-144D-ABED-3D80447D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59E9F-5C54-D386-BD41-845D96C89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4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B74E-A0E4-A73D-0444-42CEF8A8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C871CB-372A-C82C-374C-4AC33C2A3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A437-2E51-355A-B0E9-E49C055E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A879DE-E2BE-CF39-B1BD-907EA2584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2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2D58-B07A-62B9-C29F-12D66B53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B2008-D023-0706-6B6E-F19E1AE22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2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4B24-F5B9-866F-889B-21007BA1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C3B94-2EFA-5890-CC38-A08937D92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2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3C10-B3AF-E25A-F290-21E2C581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1B694-9B12-BC1E-E6FB-E16FDD72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4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BC16-D699-4183-DBCF-CFDB087A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0934C-F336-4F5D-981E-F9B99D279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5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DF6D-B2FB-3BB3-B1B4-4FA1809F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6AFE-A270-AA15-2329-068FB5A6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با سپاس از همراهی شما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79A23-D90A-EDAC-D643-A71FCF33A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40BA3-33A9-5CF8-1352-797A01D1F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351"/>
            <a:ext cx="12192000" cy="17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862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157</TotalTime>
  <Words>21</Words>
  <Application>Microsoft Office PowerPoint</Application>
  <PresentationFormat>Widescreen</PresentationFormat>
  <Paragraphs>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Droplet</vt:lpstr>
      <vt:lpstr>ارائه دهنده: عرفان قنبری استاد درس: دکتر غیاثی راد 40412224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با سپاس از همراهی شما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Erfan</dc:creator>
  <cp:lastModifiedBy>Erfan</cp:lastModifiedBy>
  <cp:revision>2</cp:revision>
  <dcterms:created xsi:type="dcterms:W3CDTF">2026-02-02T08:11:59Z</dcterms:created>
  <dcterms:modified xsi:type="dcterms:W3CDTF">2026-02-02T10:49:40Z</dcterms:modified>
</cp:coreProperties>
</file>